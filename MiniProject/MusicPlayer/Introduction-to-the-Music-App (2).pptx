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32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279094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Introduction to the Music App</a:t>
            </a:r>
            <a:endParaRPr lang="en-US" sz="6036" dirty="0"/>
          </a:p>
        </p:txBody>
      </p:sp>
      <p:sp>
        <p:nvSpPr>
          <p:cNvPr id="6" name="Text 3"/>
          <p:cNvSpPr/>
          <p:nvPr/>
        </p:nvSpPr>
        <p:spPr>
          <a:xfrm>
            <a:off x="833199" y="4528780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The Music App is a powerful and intuitive platform that allows users to seamlessly discover, stream, and manage their favorite music. With a clean interface and advanced features, the app enhances the listening experience and puts the joy of music at your fingertips.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865471"/>
            <a:ext cx="734782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Features of the Music App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115270"/>
            <a:ext cx="315634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Personalized Recommendations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4031813"/>
            <a:ext cx="315634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app's intelligent algorithm analyzes your listening habits to suggest new artists, albums, and playlists tailored to your musical preferences.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11527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Offline Playback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3684627"/>
            <a:ext cx="315634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Download your favorite tracks and albums to listen to offline, ensuring uninterrupted enjoyment on the go.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11527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34"/>
              </a:lnSpc>
            </a:pPr>
            <a:r>
              <a:rPr lang="en-US" sz="2187" b="1" kern="0" spc="-66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High-Quality Streaming</a:t>
            </a:r>
            <a:endParaRPr lang="en-US" sz="2187" dirty="0"/>
          </a:p>
          <a:p>
            <a:pPr marL="0" indent="0">
              <a:lnSpc>
                <a:spcPts val="2734"/>
              </a:lnSpc>
              <a:buNone/>
            </a:pP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3684627"/>
            <a:ext cx="315634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99"/>
              </a:lnSpc>
            </a:pPr>
            <a:r>
              <a:rPr lang="en-US" sz="175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Enjoy crystal-clear audio with the app's seamless high-definition streaming capabilities, ensuring an immersive listening experience.</a:t>
            </a:r>
            <a:endParaRPr lang="en-US" sz="1750" dirty="0"/>
          </a:p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77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37993" y="3736062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</a:rPr>
              <a:t>How to run Music App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2037993" y="493728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37303" y="4978956"/>
            <a:ext cx="10132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2760107" y="5013603"/>
            <a:ext cx="264795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Download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2760107" y="5389007"/>
            <a:ext cx="2647950" cy="2749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Download the vs code, JDK, and Three jar files as well as the SQL connector.  Three jar files are: 1. mp3agic JAR 0.9.0 .</a:t>
            </a:r>
          </a:p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2. </a:t>
            </a:r>
            <a:r>
              <a:rPr lang="en-US" sz="175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jlayer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 JAR 1.0.1.</a:t>
            </a:r>
          </a:p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3. </a:t>
            </a:r>
            <a:r>
              <a:rPr lang="en-US" sz="175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jaudiotagger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630228" y="493728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95843" y="4978956"/>
            <a:ext cx="168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9"/>
          <p:cNvSpPr/>
          <p:nvPr/>
        </p:nvSpPr>
        <p:spPr>
          <a:xfrm>
            <a:off x="6352342" y="5013603"/>
            <a:ext cx="264795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Setup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6352342" y="5395437"/>
            <a:ext cx="2647950" cy="25875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Download the zip file. Open the file in vs code. Select the folder for the music app. Run the program from app.java file. Then select the music from all songs. 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222462" y="493728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86768" y="4978956"/>
            <a:ext cx="17133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624" dirty="0"/>
          </a:p>
        </p:txBody>
      </p:sp>
      <p:sp>
        <p:nvSpPr>
          <p:cNvPr id="16" name="Text 13"/>
          <p:cNvSpPr/>
          <p:nvPr/>
        </p:nvSpPr>
        <p:spPr>
          <a:xfrm>
            <a:off x="9944576" y="5013603"/>
            <a:ext cx="264795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Enjoy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9944576" y="5494020"/>
            <a:ext cx="264795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Now you can listen and enjoy the music.  You can customize your own music background color and as well as create your own playlist.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205633"/>
            <a:ext cx="1039927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Management using Database and File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3344347"/>
            <a:ext cx="555427" cy="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Database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4602361"/>
            <a:ext cx="3295888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app utilizes a robust database to store user information, music metadata, and listening history securely.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37" y="3344347"/>
            <a:ext cx="555427" cy="555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2C32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File Management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4602361"/>
            <a:ext cx="329600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Offline music files are efficiently managed and cached to ensure seamless playback and easy access.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3344347"/>
            <a:ext cx="555427" cy="5554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34"/>
              </a:lnSpc>
            </a:pPr>
            <a:r>
              <a:rPr lang="en-US" sz="2400" b="1" kern="0" spc="-62" dirty="0">
                <a:solidFill>
                  <a:srgbClr val="272525"/>
                </a:solidFill>
                <a:latin typeface="Kanit"/>
                <a:ea typeface="p22-mackinac-pro" pitchFamily="34" charset="-122"/>
                <a:cs typeface="p22-mackinac-pro" pitchFamily="34" charset="-120"/>
              </a:rPr>
              <a:t>User Playlists</a:t>
            </a:r>
            <a:endParaRPr lang="en-US" sz="2400" dirty="0">
              <a:latin typeface="Kanit"/>
            </a:endParaRPr>
          </a:p>
          <a:p>
            <a:pPr marL="0" indent="0" algn="l">
              <a:lnSpc>
                <a:spcPts val="2734"/>
              </a:lnSpc>
              <a:buNone/>
            </a:pP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602361"/>
            <a:ext cx="329600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99"/>
              </a:lnSpc>
            </a:pPr>
            <a:r>
              <a:rPr lang="en-US" sz="1800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User-created playlists, along with their customizations and preferences, are securely stored using a combination of database and file-based storage solutions.</a:t>
            </a:r>
            <a:endParaRPr lang="en-US" sz="1800" dirty="0"/>
          </a:p>
          <a:p>
            <a:pPr marL="0" indent="0" algn="l">
              <a:lnSpc>
                <a:spcPts val="2799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037993" y="1891189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272D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Conclusion</a:t>
            </a:r>
            <a:endParaRPr lang="en-US" sz="4374" dirty="0"/>
          </a:p>
        </p:txBody>
      </p:sp>
      <p:sp>
        <p:nvSpPr>
          <p:cNvPr id="7" name="Shape 4"/>
          <p:cNvSpPr/>
          <p:nvPr/>
        </p:nvSpPr>
        <p:spPr>
          <a:xfrm>
            <a:off x="2037993" y="2918817"/>
            <a:ext cx="7414260" cy="1714828"/>
          </a:xfrm>
          <a:prstGeom prst="roundRect">
            <a:avLst>
              <a:gd name="adj" fmla="val 29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The music player is a very friendly and easy-to-use application developed using Java. Where the user can customize their own playlist as well as the application background color.</a:t>
            </a:r>
          </a:p>
        </p:txBody>
      </p:sp>
      <p:sp>
        <p:nvSpPr>
          <p:cNvPr id="8" name="Text 5"/>
          <p:cNvSpPr/>
          <p:nvPr/>
        </p:nvSpPr>
        <p:spPr>
          <a:xfrm>
            <a:off x="2267783" y="3148608"/>
            <a:ext cx="2910483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2267783" y="3976211"/>
            <a:ext cx="2910483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860018" y="314860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5860018" y="3629025"/>
            <a:ext cx="2910483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452253" y="314860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endParaRPr lang="en-US" sz="2187" dirty="0"/>
          </a:p>
        </p:txBody>
      </p:sp>
      <p:sp>
        <p:nvSpPr>
          <p:cNvPr id="15" name="Text 12"/>
          <p:cNvSpPr/>
          <p:nvPr/>
        </p:nvSpPr>
        <p:spPr>
          <a:xfrm>
            <a:off x="9452253" y="3629025"/>
            <a:ext cx="2910483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341</Words>
  <Application>Microsoft Office PowerPoint</Application>
  <PresentationFormat>Custom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Eudoxus Sans</vt:lpstr>
      <vt:lpstr>Kanit</vt:lpstr>
      <vt:lpstr>Martel Sans</vt:lpstr>
      <vt:lpstr>p22-mackinac-pro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 Ghimiray</cp:lastModifiedBy>
  <cp:revision>3</cp:revision>
  <dcterms:created xsi:type="dcterms:W3CDTF">2024-05-25T15:47:47Z</dcterms:created>
  <dcterms:modified xsi:type="dcterms:W3CDTF">2024-05-25T16:07:34Z</dcterms:modified>
</cp:coreProperties>
</file>